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32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65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227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7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8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6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9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35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80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96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56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89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0398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Generador de Contraseñas Seguras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15053"/>
            <a:ext cx="5873339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>
                <a:solidFill>
                  <a:srgbClr val="C8C8C8"/>
                </a:solidFill>
              </a:defRPr>
            </a:pPr>
            <a:r>
              <a:rPr b="1" dirty="0" err="1">
                <a:latin typeface="Arial Black" panose="020B0A04020102020204" pitchFamily="34" charset="0"/>
              </a:rPr>
              <a:t>Proyecto</a:t>
            </a:r>
            <a:r>
              <a:rPr b="1" dirty="0">
                <a:latin typeface="Arial Black" panose="020B0A04020102020204" pitchFamily="34" charset="0"/>
              </a:rPr>
              <a:t> de </a:t>
            </a:r>
            <a:r>
              <a:rPr b="1" dirty="0" err="1">
                <a:latin typeface="Arial Black" panose="020B0A04020102020204" pitchFamily="34" charset="0"/>
              </a:rPr>
              <a:t>Lógica</a:t>
            </a:r>
            <a:r>
              <a:rPr b="1" dirty="0">
                <a:latin typeface="Arial Black" panose="020B0A04020102020204" pitchFamily="34" charset="0"/>
              </a:rPr>
              <a:t> de </a:t>
            </a:r>
            <a:r>
              <a:rPr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Programación</a:t>
            </a:r>
            <a:r>
              <a:rPr lang="es-EC" b="1" dirty="0" smtClean="0">
                <a:latin typeface="Arial Black" panose="020B0A04020102020204" pitchFamily="34" charset="0"/>
              </a:rPr>
              <a:t> </a:t>
            </a:r>
            <a:endParaRPr b="1" dirty="0">
              <a:latin typeface="Arial Black" panose="020B0A040201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726" y="3139786"/>
            <a:ext cx="3970274" cy="3718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1564"/>
            <a:ext cx="9144000" cy="689956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2026132" cy="535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>
                <a:solidFill>
                  <a:srgbClr val="FFFFFF"/>
                </a:solidFill>
              </a:defRPr>
            </a:pPr>
            <a:r>
              <a:rPr dirty="0" smtClean="0"/>
              <a:t>P</a:t>
            </a:r>
            <a:r>
              <a:rPr lang="es-EC" dirty="0" smtClean="0"/>
              <a:t>ROBLEMA: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68036" y="1828800"/>
            <a:ext cx="8052333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/>
            </a:pPr>
            <a:r>
              <a:rPr lang="es-EC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Las </a:t>
            </a:r>
            <a:r>
              <a:rPr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personas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usan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contraseñas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débiles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o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repetidas</a:t>
            </a:r>
            <a:r>
              <a:rPr dirty="0"/>
              <a:t>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62" y="2421119"/>
            <a:ext cx="5403273" cy="30514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975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>
                <a:solidFill>
                  <a:srgbClr val="FFFFFF"/>
                </a:solidFill>
              </a:defRPr>
            </a:pPr>
            <a:r>
              <a:t>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130542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/>
            </a:pP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Crear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contraseñas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seguras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automáticamente</a:t>
            </a:r>
            <a:r>
              <a:rPr dirty="0"/>
              <a:t>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597" y="2407129"/>
            <a:ext cx="4862945" cy="32387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41316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>
                <a:solidFill>
                  <a:srgbClr val="FFFFFF"/>
                </a:solidFill>
              </a:defRPr>
            </a:pPr>
            <a:r>
              <a:t>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816499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/>
            </a:pP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Programa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en Python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que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genera claves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aleatorias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285" y="3214255"/>
            <a:ext cx="5473715" cy="36437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41316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>
                <a:solidFill>
                  <a:srgbClr val="FFFFFF"/>
                </a:solidFill>
              </a:defRPr>
            </a:pPr>
            <a:r>
              <a:t>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369034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/>
            </a:pPr>
            <a:r>
              <a:rPr b="1" dirty="0" err="1">
                <a:solidFill>
                  <a:schemeClr val="bg1"/>
                </a:solidFill>
              </a:rPr>
              <a:t>Entrada</a:t>
            </a:r>
            <a:r>
              <a:rPr b="1" dirty="0">
                <a:solidFill>
                  <a:schemeClr val="bg1"/>
                </a:solidFill>
              </a:rPr>
              <a:t> → </a:t>
            </a:r>
            <a:r>
              <a:rPr b="1" dirty="0" err="1">
                <a:solidFill>
                  <a:schemeClr val="bg1"/>
                </a:solidFill>
              </a:rPr>
              <a:t>generación</a:t>
            </a:r>
            <a:r>
              <a:rPr b="1" dirty="0">
                <a:solidFill>
                  <a:schemeClr val="bg1"/>
                </a:solidFill>
              </a:rPr>
              <a:t> → </a:t>
            </a:r>
            <a:r>
              <a:rPr b="1" dirty="0" err="1">
                <a:solidFill>
                  <a:schemeClr val="bg1"/>
                </a:solidFill>
              </a:rPr>
              <a:t>contraseña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segura</a:t>
            </a:r>
            <a:r>
              <a:rPr dirty="0"/>
              <a:t>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" y="2608530"/>
            <a:ext cx="7232073" cy="29839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7819" y="156556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>
                <a:solidFill>
                  <a:srgbClr val="FFFFFF"/>
                </a:solidFill>
              </a:defRPr>
            </a:pPr>
            <a:r>
              <a:t>Tecnologías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345741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/>
            </a:pPr>
            <a:r>
              <a:rPr dirty="0">
                <a:solidFill>
                  <a:schemeClr val="bg1"/>
                </a:solidFill>
                <a:latin typeface="Arial Black" panose="020B0A04020102020204" pitchFamily="34" charset="0"/>
              </a:rPr>
              <a:t>Python, Visual Studio Code</a:t>
            </a:r>
            <a:r>
              <a:rPr dirty="0"/>
              <a:t>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550" y="2278681"/>
            <a:ext cx="5171553" cy="218901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36984"/>
            <a:ext cx="2992582" cy="2246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41316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>
                <a:solidFill>
                  <a:srgbClr val="FFFFFF"/>
                </a:solidFill>
              </a:defRPr>
            </a:pPr>
            <a:r>
              <a:t>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414717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/>
            </a:pP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Ejemplo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: A7#kL9!pQ2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881745"/>
            <a:ext cx="8686799" cy="38420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41316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>
                <a:solidFill>
                  <a:srgbClr val="FFFFFF"/>
                </a:solidFill>
              </a:defRPr>
            </a:pPr>
            <a:r>
              <a:t>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86905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/>
            </a:pP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Protección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de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datos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personales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212" y="2473902"/>
            <a:ext cx="6505575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1564"/>
            <a:ext cx="9144000" cy="689956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>
                <a:solidFill>
                  <a:srgbClr val="FFFFFF"/>
                </a:solidFill>
              </a:defRPr>
            </a:pPr>
            <a: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943119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/>
            </a:pPr>
            <a:r>
              <a:rPr lang="es-EC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La </a:t>
            </a:r>
            <a:r>
              <a:rPr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programación</a:t>
            </a:r>
            <a:r>
              <a:rPr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mejora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la </a:t>
            </a:r>
            <a:r>
              <a:rPr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seguridad</a:t>
            </a:r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</a:rPr>
              <a:t> digital.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581" y="2354165"/>
            <a:ext cx="4682837" cy="3221791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37</TotalTime>
  <Words>68</Words>
  <Application>Microsoft Office PowerPoint</Application>
  <PresentationFormat>Presentación en pantalla (4:3)</PresentationFormat>
  <Paragraphs>18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Tw Cen MT</vt:lpstr>
      <vt:lpstr>Tw Cen MT Condensed</vt:lpstr>
      <vt:lpstr>Wingdings 3</vt:lpstr>
      <vt:lpstr>Integral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Usuario</cp:lastModifiedBy>
  <cp:revision>4</cp:revision>
  <dcterms:created xsi:type="dcterms:W3CDTF">2013-01-27T09:14:16Z</dcterms:created>
  <dcterms:modified xsi:type="dcterms:W3CDTF">2026-06-28T16:46:04Z</dcterms:modified>
  <cp:category/>
</cp:coreProperties>
</file>